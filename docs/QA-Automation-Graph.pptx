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every sale scored against the retailer's checklist before it can submit. Our design: one graph per lead, three parallel check nodes, one deterministic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this is a parallel pipeline expressed as a graph, not autonomous agents. Each LLM call is single-shot with structured output. That is deliberate for compliance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Factual: the extractor never sees the CRM value and the comparer never sees the transcript, so neither can be anchored by the other. If a cited quote can't be found in the transcript the result is uncertain, never an automatic pass or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low-confidence fail goes to a human instead of being held as a confirmed critical fail. Thresholds: confidence 0.75, clean-call sample rate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from the brief's judging table. Next steps are not built yet: today there are no retries and no tool calls, by design for the hackathon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  ·  CIMET HACKATHON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sale before it ships.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of three parallel check nodes feeding one deterministic gate. Models extract and cite; Python verifies and decides.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805940"/>
            <a:ext cx="548640" cy="777240"/>
          </a:xfrm>
          <a:prstGeom prst="line">
            <a:avLst/>
          </a:prstGeom>
          <a:noFill/>
          <a:ln w="25400">
            <a:solidFill>
              <a:srgbClr val="9FB3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52160" y="233172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2331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2583180"/>
            <a:ext cx="548640" cy="0"/>
          </a:xfrm>
          <a:prstGeom prst="line">
            <a:avLst/>
          </a:prstGeom>
          <a:noFill/>
          <a:ln w="25400">
            <a:solidFill>
              <a:srgbClr val="9FB3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310896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7040880" y="2583180"/>
            <a:ext cx="548640" cy="777240"/>
          </a:xfrm>
          <a:prstGeom prst="line">
            <a:avLst/>
          </a:prstGeom>
          <a:noFill/>
          <a:ln w="25400">
            <a:solidFill>
              <a:srgbClr val="9FB3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233172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F5A5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→ fan-in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a confident critical fail · Human QA on anything uncertain · Auto-pass only when clean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graph: fan out, fan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GraphBuilder · one graph per lead · all three check nodes are entry points and run concurrently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1737360" cy="1920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65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+ CRM fields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segments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version live on the call date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2801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6324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Verbatim node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1 call per 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2103120" y="1668780"/>
            <a:ext cx="822960" cy="8915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668780"/>
            <a:ext cx="731520" cy="891540"/>
          </a:xfrm>
          <a:prstGeom prst="line">
            <a:avLst/>
          </a:prstGeom>
          <a:noFill/>
          <a:ln w="2540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22402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632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 node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2 calls per check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560320"/>
            <a:ext cx="822960" cy="685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212080" y="2560320"/>
            <a:ext cx="731520" cy="68580"/>
          </a:xfrm>
          <a:prstGeom prst="line">
            <a:avLst/>
          </a:prstGeom>
          <a:noFill/>
          <a:ln w="2540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32004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0632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node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630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· no LLM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560320"/>
            <a:ext cx="822960" cy="10287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212080" y="2560320"/>
            <a:ext cx="731520" cy="1028700"/>
          </a:xfrm>
          <a:prstGeom prst="line">
            <a:avLst/>
          </a:prstGeom>
          <a:noFill/>
          <a:ln w="2540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0" y="196596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0" y="1965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0" y="1554480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0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7315200" y="1783080"/>
            <a:ext cx="457200" cy="7772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2331720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F5A5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2331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QA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2560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3108960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2560320"/>
            <a:ext cx="457200" cy="7772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6576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 </a:t>
            </a:r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share no dependencies, so wall-clock time is the slowest node, not the sum. Inside a node, every check also runs concurrently (asyncio.gather).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 </a:t>
            </a:r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runs only after all three finish. 120s per node, 300s per graph.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each node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claim is checked by Python before it can become a verdict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Verbatim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extracts, Python verifies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required element: present? + quote + segment ids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really appears in the cited segments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64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words were spoken by the AGENT, not the customer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5A5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8678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element = fail · unverifiable evidence = uncertain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132588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blind LLM calls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167128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sees transcript only, never the CRM value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788920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38328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grounded, real timestamps resolved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41071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8328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3364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sees two values only, never the transcript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4032504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5A5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83280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398678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mismatch / uncertain; confidence = min of both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132588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2179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judged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2167128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0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air: longest gap between turns, limit 10s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2788920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1792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Interruptions: overlapping different-speaker turns, limit 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341071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5A5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1792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949440" y="3364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1.0; unknown check id = uncertain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4032504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0F1B3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17920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49440" y="398678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coaching signal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Fan-in: one deterministic gate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decision. Nothing uncertain auto-passes.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VERDICTS REACH THE GATE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passes only upstream text downstream, so each node also writes its structured CheckVerdicts into shared invocation_state under its node id.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first verifies all three nodes reported. Missing evidence raises an error rather than deciding on a partial picture.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errors or times out, score_lead never crashes and never auto-passes: Human QA, or Hold if a finished check already found a critical fail.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RULES, IN 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7233D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83794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8379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 with confidence ≥ 0.75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72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252374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5237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QA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423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uncertain or low-confidence check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72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20954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F5A5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2095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QA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108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clean calls, sampled by lead-id hash (stable on re-score)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79476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72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89534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38953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AUTO-PASS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794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checks passed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built this 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mapped to the judging criteria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325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structured output, verdicts computed in code. Doubt means fail or uncertain, so criticals should not false-pass.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325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075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0756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Verbatim, factual and behaviour all run end to end from one graph invocation.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0756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28254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28254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carries segment ids, timestamps, quoted evidence and the checklist version live on the call date.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8254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35753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&amp; escalation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5753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rule, no LLM. Uncertain, ungrounded or failed scoring routes to a human.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57530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F1B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retry on invalid or low-confidence output, tool-based CRM and transcript lookup, dashboards.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2026-09-19T09:51:19Z</dcterms:created>
  <dcterms:modified xsi:type="dcterms:W3CDTF">2026-09-19T09:51:19Z</dcterms:modified>
</cp:coreProperties>
</file>