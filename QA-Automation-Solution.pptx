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ask is that no sale ships unscored, and that we can explain why in seconds. Everything shown is running code, scored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check nodes run in parallel and feed one gate. The gate is plain Python, not an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where possible: dead air and interruptions use no model. All 10 checks in Retailer 1 checklist R1-v3 are covered: 2 verbatim, 6 factual, 2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Thresholds: confidence 0.75, clean-call sample 5%, sampling is deterministic per lead so a re-score never flips. Hallucinated segment IDs are dropped and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open a lead, score it, click a failing check. Ingestion, redaction, override logging and the rollup dashboards are not built yet; say so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CIMET · QA AUTOMATION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sale ships </a:t>
            </a:r>
            <a:pPr indent="0" marL="0">
              <a:buNone/>
            </a:pPr>
            <a:r>
              <a:rPr lang="en-US" sz="4800" b="1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unscored.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is checked against its retailer's checklist before it can submit. Any critical fail is held, with the failing line, transcript and timestamp beside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types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· factual · behaviour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4290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live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1, checklist R1-v3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34290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rules, no LLM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Compare, then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speaker-tagged, timestamped segments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the agent must match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95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per retailer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46304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1892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script read?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5146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944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match CRM?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56616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995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air, interruptions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617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2700000">
            <a:off x="3017520" y="2651760"/>
            <a:ext cx="457200" cy="457200"/>
          </a:xfrm>
          <a:prstGeom prst="rtTriangle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6035040" y="2651760"/>
            <a:ext cx="457200" cy="457200"/>
          </a:xfrm>
          <a:prstGeom prst="rtTriangle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46304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057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business rule. Nothing uncertain auto-passes.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Strands agent graph; one lead is scored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THREE CHECK TYPES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tool for each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Verbatim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disclaimer, consent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272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finds the reading in the transcript and cites segment IDs.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sale if critical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Factual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3042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email, service and delivery address, modem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926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1272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value is normalised (money, email, phone, address) then compared to CRM.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sale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Behaviour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3042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air over 10s, more than 2 interruptions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926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1272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timestamps in Python. No LLM, so no guessing.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note only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GATE AND TRACEABILITY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Held, sent to a human, or passed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4904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check failed with confidence 0.75 or higher.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414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HUMAN_QA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4231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was uncertain or low confidence, or 5% of clean calls sampled to measure the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741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AUTO_PASS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3558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check passed with confidence. No human touch.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error or timeout never auto-passes: the lead goes to HUMAN_QA.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RESOLVES 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329184" cy="329184"/>
          </a:xfrm>
          <a:prstGeom prst="ellipse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transcript line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075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cites segment IDs; Python looks up the 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2697480"/>
            <a:ext cx="329184" cy="329184"/>
          </a:xfrm>
          <a:prstGeom prst="ellipse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timestamp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9443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from the transcript, never from the model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566160"/>
            <a:ext cx="329184" cy="329184"/>
          </a:xfrm>
          <a:prstGeom prst="ellipse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checklist version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3813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call date, not today's version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LIVE DEMO AND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 real lead, live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TL SEES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of leads with decision chips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check, reasoning, evidence quote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mm:ss timestamp per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with cited lines highlighted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record beside 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on a thin API over the scoring engine.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D3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81051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 types end to end · versioned checklist · gate and escalation · timestamped evidence ·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01752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1A1D3D"/>
          </a:solidFill>
          <a:ln w="12700">
            <a:solidFill>
              <a:srgbClr val="1A1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3136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341071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Dialler and transcription ingestion · card-number redaction · auditor override log · agent, TL and retailer rollups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Automation - Score the sale before it ships</dc:title>
  <dc:subject>PptxGenJS Presentation</dc:subject>
  <dc:creator>PptxGenJS</dc:creator>
  <cp:lastModifiedBy>PptxGenJS</cp:lastModifiedBy>
  <cp:revision>1</cp:revision>
  <dcterms:created xsi:type="dcterms:W3CDTF">2026-09-19T09:34:00Z</dcterms:created>
  <dcterms:modified xsi:type="dcterms:W3CDTF">2026-09-19T09:34:00Z</dcterms:modified>
</cp:coreProperties>
</file>